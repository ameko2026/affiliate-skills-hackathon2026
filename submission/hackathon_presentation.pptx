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Cross-Cultural Affiliate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2C39A"/>
                </a:solidFill>
                <a:latin typeface="Calibri"/>
              </a:defRPr>
            </a:pPr>
            <a:r>
              <a:t>Management Skill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AI Agent-based Multi-Region Affiliate Automation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Tencent Cloud Hackathon 2026  |  AI Agent Skill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5A82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Who We Are &amp; 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3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5-Layer Skill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0603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Core Innovation: Layer 5 - AI Organization Behavior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3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Demo &amp; Impact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7763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Why We're Unique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5A82"/>
                </a:solidFill>
                <a:latin typeface="Calibri"/>
              </a:defRPr>
            </a:pPr>
            <a:r>
              <a:t>Three Core Pain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46888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5+ reports/week manual</a:t>
            </a:r>
            <a:br/>
            <a:r>
              <a:t>cleaning &amp; merging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Calibri"/>
              </a:defRPr>
            </a:pPr>
            <a:r>
              <a:t>3-5h each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188720"/>
            <a:ext cx="24688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Cross-Cultural Comms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3 advertiser types x 3 traffic</a:t>
            </a:r>
            <a:br/>
            <a:r>
              <a:t>sources, 5-8 email 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1-4h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24688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Budget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20+ channels, CAP based</a:t>
            </a:r>
            <a:br/>
            <a:r>
              <a:t>on gut feeling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5A82"/>
                </a:solidFill>
                <a:latin typeface="Calibri"/>
              </a:defRPr>
            </a:pPr>
            <a:r>
              <a:t>20-30% waste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95C"/>
                </a:solidFill>
                <a:latin typeface="Calibri"/>
              </a:defRPr>
            </a:pPr>
            <a:r>
              <a:t>"We're not building a tool — we're training an AI Business Manager"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5A82"/>
                </a:solidFill>
                <a:latin typeface="Calibri"/>
              </a:defRPr>
            </a:pPr>
            <a:r>
              <a:t>5-Layer Skill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685800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Organization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43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Calibri"/>
              </a:defRPr>
            </a:pPr>
            <a:r>
              <a:t>Partner Memory + Relationship 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188720"/>
            <a:ext cx="1188720" cy="3657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2070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C39A"/>
                </a:solidFill>
                <a:latin typeface="Calibri"/>
              </a:defRPr>
            </a:pPr>
            <a:r>
              <a:t>CORE INNOVATION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10512"/>
            <a:ext cx="6858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5623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Cross-Cultural Collaboration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5623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Calibri"/>
              </a:defRPr>
            </a:pPr>
            <a:r>
              <a:t>5 cultural zones: BR/CN/EU/SEA/ME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23744"/>
            <a:ext cx="685800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9463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694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Anti-Fraud &amp;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69463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Calibri"/>
              </a:defRPr>
            </a:pPr>
            <a:r>
              <a:t>PA Reports + Fraud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36976"/>
            <a:ext cx="6858000" cy="59436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8269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2826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826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Calibri"/>
              </a:defRPr>
            </a:pPr>
            <a:r>
              <a:t>Budget + Funnel + Market Intel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50208"/>
            <a:ext cx="6858000" cy="5943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959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95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Connectors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959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7FF"/>
                </a:solidFill>
                <a:latin typeface="Calibri"/>
              </a:defRPr>
            </a:pPr>
            <a:r>
              <a:t>OCR + CRM + PA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15 Skills  |  5 Layers  |  Each Skill = SKILL.md + Executable Python 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75569"/>
                </a:solidFill>
                <a:latin typeface="Calibri"/>
              </a:defRPr>
            </a:pPr>
            <a:r>
              <a:t>Layer 1: Data Connectors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7772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crm-channel-extraction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OCR settlement auto-extraction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1h → 3min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73152" cy="7772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crm-settlement-verification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 reconciliation + anomaly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2h → 3min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76809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73152" cy="7772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pa-channel-export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 standardized report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1h → 1min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 encoding detection (utf-8-sig + CRLF) | Excel opens without garbled characters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3698A"/>
                </a:solidFill>
                <a:latin typeface="Calibri"/>
              </a:defRPr>
            </a:pPr>
            <a:r>
              <a:t>Layer 2: Data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8404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3152" cy="64008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multi-mmp-attribution-engine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MMP dedup via Source Bank priority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8404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73152" cy="64008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ai-budget-optimizer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Channel effectiveness + CAP suggestions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38404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73152" cy="64008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conversion-funnel-intelligence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5-stage funnel + color-coded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38404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3152" cy="64008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geo-market-intel-engine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Regional market intelligence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188720"/>
            <a:ext cx="38404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1188720"/>
            <a:ext cx="73152" cy="64008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wish-intelligence-collector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508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Multi-format Wish List parsing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011680"/>
            <a:ext cx="38404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011680"/>
            <a:ext cx="73152" cy="64008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regional-wish-classifier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5-zone auto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834640"/>
            <a:ext cx="38404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834640"/>
            <a:ext cx="73152" cy="64008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cross-regional-revenue-audit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Campaign P&amp;L full audit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657600"/>
            <a:ext cx="384048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46320" y="3657600"/>
            <a:ext cx="73152" cy="640080"/>
          </a:xfrm>
          <a:prstGeom prst="rect">
            <a:avLst/>
          </a:prstGeom>
          <a:solidFill>
            <a:srgbClr val="03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macro-monitoring-agent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977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FX/inflation/CPI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7293"/>
                </a:solidFill>
                <a:latin typeface="Calibri"/>
              </a:defRPr>
            </a:pPr>
            <a:r>
              <a:t>Layer 3: Anti-Fraud &amp;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pa-channel-export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Export PA anti-fraud data with highlighted fraud reasons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C7293"/>
                </a:solidFill>
                <a:latin typeface="Calibri"/>
              </a:defRPr>
            </a:pPr>
            <a:r>
              <a:t>4h → Auto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73152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pa-report-workflow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Weekly pipeline: CSV → JS arrays → HTML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C7293"/>
                </a:solidFill>
                <a:latin typeface="Calibri"/>
              </a:defRPr>
            </a:pPr>
            <a:r>
              <a:t>Manual → Auto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Calibri"/>
              </a:defRPr>
            </a:pPr>
            <a:r>
              <a:t>Layer 4: Cross-Cultural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Core Differentiator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BR Brazil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645920"/>
            <a:ext cx="1371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CN China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645920"/>
            <a:ext cx="1371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EU 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59" y="1645920"/>
            <a:ext cx="1371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79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SEA Southeast Asia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645920"/>
            <a:ext cx="1371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59" y="1691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 Middle East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3 Communication Strategies: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7680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731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Soft Wording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788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Avoid directness in BR culture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7680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731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Validation 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Confirm consensus before requesting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023360"/>
            <a:ext cx="731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Internal Coordination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Pressure via "other departments"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95C"/>
                </a:solidFill>
                <a:latin typeface="Calibri"/>
              </a:defRPr>
            </a:pPr>
            <a:r>
              <a:t>"One request → 5 cultural versions generated instantly"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C39A"/>
                </a:solidFill>
                <a:latin typeface="Calibri"/>
              </a:defRPr>
            </a:pPr>
            <a:r>
              <a:t>Layer 5: AI Organization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CORE INNOVATION — AI is no longer a tool, but a "partner"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6576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C39A"/>
                </a:solidFill>
                <a:latin typeface="Calibri"/>
              </a:defRPr>
            </a:pPr>
            <a:r>
              <a:t>Partner Memory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starts "remembering people"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Communication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Reply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Risk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Negotiation habit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Category preference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Timezone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Emotion 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Contact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Call preference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Budget cooperation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C39A"/>
                </a:solidFill>
                <a:latin typeface="Calibri"/>
              </a:defRPr>
            </a:pPr>
            <a:r>
              <a:t>10 dimensions of partner 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371600"/>
            <a:ext cx="36576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72B6"/>
                </a:solidFill>
                <a:latin typeface="Calibri"/>
              </a:defRPr>
            </a:pPr>
            <a:r>
              <a:t>Relationship Health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0-100 real-time health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377440"/>
            <a:ext cx="2743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Green ≥70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Normal 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926080"/>
            <a:ext cx="2743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Yellow 50-70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24h proactive 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474720"/>
            <a:ext cx="2743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Red &lt;50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Immediate alert + AI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Calibri"/>
              </a:defRPr>
            </a:pPr>
            <a:r>
              <a:t>3-tier alert + AI suggestions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C39A"/>
                </a:solidFill>
                <a:latin typeface="Calibri"/>
              </a:defRPr>
            </a:pPr>
            <a:r>
              <a:t>Partner Memory: Before vs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Without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❌ "Send the report now."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❌ Direct pricing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❌ Same tone for everyone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❌ Can't predict churn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With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"Hi [Partner], would you mind sharing... :)"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"I remember you mentioned budget pressure..."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Auto-adapt based on partner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Proactive churn risk alert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72B6"/>
                </a:solidFill>
                <a:latin typeface="Calibri"/>
              </a:defRPr>
            </a:pPr>
            <a:r>
              <a:t>Relationship Health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Hertzmobi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45720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645920"/>
            <a:ext cx="38862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80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25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Healthy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AppTango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651760"/>
            <a:ext cx="45720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2651760"/>
            <a:ext cx="283464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331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Attention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00400"/>
            <a:ext cx="7680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GamePartner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657600"/>
            <a:ext cx="45720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3657600"/>
            <a:ext cx="1600200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3291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GamePartner health dropped to 35 — AI suggests: call within 24h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5A82"/>
                </a:solidFill>
                <a:latin typeface="Calibri"/>
              </a:defRPr>
            </a:pPr>
            <a:r>
              <a:t>AI Evolution: v1.0 → v2.0 → v3.0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56032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560320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v1.0: Stateless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Only analyzes data</a:t>
            </a:r>
            <a:br/>
            <a:r>
              <a:t>Doesn't know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Efficiency +90%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188720"/>
            <a:ext cx="256032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188720"/>
            <a:ext cx="256032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v2.0: Stateful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8288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Remembers partners</a:t>
            </a:r>
            <a:br/>
            <a:r>
              <a:t>Auto-adapts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7293"/>
                </a:solidFill>
                <a:latin typeface="Calibri"/>
              </a:defRPr>
            </a:pPr>
            <a:r>
              <a:t>Relationship +60%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256032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v3.0: Proactive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Evaluates health</a:t>
            </a:r>
            <a:br/>
            <a:r>
              <a:t>Prevents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C39A"/>
                </a:solidFill>
                <a:latin typeface="Calibri"/>
              </a:defRPr>
            </a:pPr>
            <a:r>
              <a:t>Risk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95C"/>
                </a:solidFill>
                <a:latin typeface="Calibri"/>
              </a:defRPr>
            </a:pPr>
            <a:r>
              <a:t>"We're not building a tool — we're training an AI Business Manager"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5A82"/>
                </a:solidFill>
                <a:latin typeface="Calibri"/>
              </a:defRPr>
            </a:pPr>
            <a:r>
              <a:t>Impact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5A82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Reconciliation</a:t>
            </a:r>
            <a:br/>
            <a:r>
              <a:t>time reduced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09728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280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C7293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Report cleaning</a:t>
            </a:r>
            <a:br/>
            <a:r>
              <a:t>automated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09728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1280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Email rounds</a:t>
            </a:r>
            <a:br/>
            <a:r>
              <a:t>reduced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1097280"/>
            <a:ext cx="19202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2801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2C39A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Churn prediction</a:t>
            </a:r>
            <a:br/>
            <a:r>
              <a:t>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Monthly reconciliation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94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1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94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Budget 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Data-driven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43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Cross-cultural comms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5-8 rounds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1-2 rounds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New hire 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2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5A82"/>
                </a:solidFill>
                <a:latin typeface="Calibri"/>
              </a:defRPr>
            </a:pPr>
            <a:r>
              <a:t>Why We're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Existing solutions cover data &amp; automation. We cover what they can't.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Cross-Cultural Business Comms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No existing tool — real moat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C39A"/>
                </a:solidFill>
                <a:latin typeface="Calibri"/>
              </a:defRPr>
            </a:pPr>
            <a:r>
              <a:t>AI with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Not just data analysis, knows partners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73152" cy="7315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Calibri"/>
              </a:defRPr>
            </a:pPr>
            <a:r>
              <a:t>Quantifiable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Health scoring makes relationships measurable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95C"/>
                </a:solidFill>
                <a:latin typeface="Calibri"/>
              </a:defRPr>
            </a:pPr>
            <a:r>
              <a:t>"Most projects build better data tools. We build an AI Employee."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Cross-Cultural Affiliate Network Management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Tencent Cloud Hackathon 2026  |  AI Agent Skill Track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371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C39A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Data Connectors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200400"/>
            <a:ext cx="1371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3246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C39A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4747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7033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Data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200400"/>
            <a:ext cx="1371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3246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C39A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4747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7033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Anti-Fraud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59" y="3200400"/>
            <a:ext cx="1371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79" y="3246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C39A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79" y="34747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 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37033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Cross-Cultural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200400"/>
            <a:ext cx="1371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59" y="3246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C39A"/>
                </a:solidFill>
                <a:latin typeface="Calibri"/>
              </a:defRPr>
            </a:pPr>
            <a:r>
              <a:t>Layer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34747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37033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AI Organization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2C39A"/>
                </a:solidFill>
                <a:latin typeface="Calibri"/>
              </a:defRPr>
            </a:pPr>
            <a:r>
              <a:t>github.com/Ameko2026/affiliate-skills-hackathon2026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